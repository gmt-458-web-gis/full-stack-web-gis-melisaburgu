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91F8DB-990C-44F0-AB54-A6DAC2ECCAF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AAA394-FE62-4A5D-9733-52C9ADB9632E}">
      <dgm:prSet/>
      <dgm:spPr/>
      <dgm:t>
        <a:bodyPr/>
        <a:lstStyle/>
        <a:p>
          <a:r>
            <a:rPr lang="tr-TR" b="1" i="0" baseline="0"/>
            <a:t>Melisa Burgu</a:t>
          </a:r>
          <a:endParaRPr lang="en-US"/>
        </a:p>
      </dgm:t>
    </dgm:pt>
    <dgm:pt modelId="{7818578A-F1AF-4C11-8B3E-2B331428F802}" type="parTrans" cxnId="{757F1DA9-06B0-4B7D-BC22-1B60566052C1}">
      <dgm:prSet/>
      <dgm:spPr/>
      <dgm:t>
        <a:bodyPr/>
        <a:lstStyle/>
        <a:p>
          <a:endParaRPr lang="en-US"/>
        </a:p>
      </dgm:t>
    </dgm:pt>
    <dgm:pt modelId="{C18D00B2-6AF0-49AA-8DF0-FB7FC39A4D81}" type="sibTrans" cxnId="{757F1DA9-06B0-4B7D-BC22-1B60566052C1}">
      <dgm:prSet/>
      <dgm:spPr/>
      <dgm:t>
        <a:bodyPr/>
        <a:lstStyle/>
        <a:p>
          <a:endParaRPr lang="en-US"/>
        </a:p>
      </dgm:t>
    </dgm:pt>
    <dgm:pt modelId="{7F56A2B5-70FE-47C4-B8FE-E138BEBDFB09}">
      <dgm:prSet/>
      <dgm:spPr/>
      <dgm:t>
        <a:bodyPr/>
        <a:lstStyle/>
        <a:p>
          <a:r>
            <a:rPr lang="tr-TR" b="1" i="0" baseline="0"/>
            <a:t>GitHub:</a:t>
          </a:r>
          <a:r>
            <a:rPr lang="tr-TR" b="0" i="0" baseline="0"/>
            <a:t> </a:t>
          </a:r>
          <a:r>
            <a:rPr lang="tr-TR"/>
            <a:t>https://github.com/GMT-458-Web-GIS/full-stack-web-gis-melisaburgu</a:t>
          </a:r>
          <a:endParaRPr lang="en-US"/>
        </a:p>
      </dgm:t>
    </dgm:pt>
    <dgm:pt modelId="{934954CE-799B-4F8E-929F-1F3BD95203DE}" type="parTrans" cxnId="{4B209B8A-8323-4DEB-90D3-C78040E030A8}">
      <dgm:prSet/>
      <dgm:spPr/>
      <dgm:t>
        <a:bodyPr/>
        <a:lstStyle/>
        <a:p>
          <a:endParaRPr lang="en-US"/>
        </a:p>
      </dgm:t>
    </dgm:pt>
    <dgm:pt modelId="{AF9A6E6D-6EC5-471C-98CE-BCC819507995}" type="sibTrans" cxnId="{4B209B8A-8323-4DEB-90D3-C78040E030A8}">
      <dgm:prSet/>
      <dgm:spPr/>
      <dgm:t>
        <a:bodyPr/>
        <a:lstStyle/>
        <a:p>
          <a:endParaRPr lang="en-US"/>
        </a:p>
      </dgm:t>
    </dgm:pt>
    <dgm:pt modelId="{CDC52187-FF1D-420C-9913-65D125D0CF16}" type="pres">
      <dgm:prSet presAssocID="{2B91F8DB-990C-44F0-AB54-A6DAC2ECCAF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74B2BA-1E6F-41E5-8058-96A42BB1AB15}" type="pres">
      <dgm:prSet presAssocID="{C8AAA394-FE62-4A5D-9733-52C9ADB9632E}" presName="hierRoot1" presStyleCnt="0"/>
      <dgm:spPr/>
    </dgm:pt>
    <dgm:pt modelId="{DB4F2C5E-CC17-4C2A-A837-3765DF2AAC0E}" type="pres">
      <dgm:prSet presAssocID="{C8AAA394-FE62-4A5D-9733-52C9ADB9632E}" presName="composite" presStyleCnt="0"/>
      <dgm:spPr/>
    </dgm:pt>
    <dgm:pt modelId="{88A516B4-DC79-4CCC-8D63-33756D3E0E77}" type="pres">
      <dgm:prSet presAssocID="{C8AAA394-FE62-4A5D-9733-52C9ADB9632E}" presName="background" presStyleLbl="node0" presStyleIdx="0" presStyleCnt="2"/>
      <dgm:spPr/>
    </dgm:pt>
    <dgm:pt modelId="{31FDE6D9-F611-44B4-8AE8-39C48FEDD1E2}" type="pres">
      <dgm:prSet presAssocID="{C8AAA394-FE62-4A5D-9733-52C9ADB9632E}" presName="text" presStyleLbl="fgAcc0" presStyleIdx="0" presStyleCnt="2">
        <dgm:presLayoutVars>
          <dgm:chPref val="3"/>
        </dgm:presLayoutVars>
      </dgm:prSet>
      <dgm:spPr/>
    </dgm:pt>
    <dgm:pt modelId="{400FCE80-2D14-4078-8B85-EB05710080D6}" type="pres">
      <dgm:prSet presAssocID="{C8AAA394-FE62-4A5D-9733-52C9ADB9632E}" presName="hierChild2" presStyleCnt="0"/>
      <dgm:spPr/>
    </dgm:pt>
    <dgm:pt modelId="{B395D107-745F-49FF-9327-05AE709C842B}" type="pres">
      <dgm:prSet presAssocID="{7F56A2B5-70FE-47C4-B8FE-E138BEBDFB09}" presName="hierRoot1" presStyleCnt="0"/>
      <dgm:spPr/>
    </dgm:pt>
    <dgm:pt modelId="{3AEBEFDD-FBD2-4101-A2C1-524A4F0A57BE}" type="pres">
      <dgm:prSet presAssocID="{7F56A2B5-70FE-47C4-B8FE-E138BEBDFB09}" presName="composite" presStyleCnt="0"/>
      <dgm:spPr/>
    </dgm:pt>
    <dgm:pt modelId="{19E37E6F-27C0-498C-B193-FEF30A1AE639}" type="pres">
      <dgm:prSet presAssocID="{7F56A2B5-70FE-47C4-B8FE-E138BEBDFB09}" presName="background" presStyleLbl="node0" presStyleIdx="1" presStyleCnt="2"/>
      <dgm:spPr/>
    </dgm:pt>
    <dgm:pt modelId="{1FB8748D-01F2-4C40-BF69-1BCD84AFC021}" type="pres">
      <dgm:prSet presAssocID="{7F56A2B5-70FE-47C4-B8FE-E138BEBDFB09}" presName="text" presStyleLbl="fgAcc0" presStyleIdx="1" presStyleCnt="2">
        <dgm:presLayoutVars>
          <dgm:chPref val="3"/>
        </dgm:presLayoutVars>
      </dgm:prSet>
      <dgm:spPr/>
    </dgm:pt>
    <dgm:pt modelId="{C406C922-6295-4392-8AF3-6A68D40F03F3}" type="pres">
      <dgm:prSet presAssocID="{7F56A2B5-70FE-47C4-B8FE-E138BEBDFB09}" presName="hierChild2" presStyleCnt="0"/>
      <dgm:spPr/>
    </dgm:pt>
  </dgm:ptLst>
  <dgm:cxnLst>
    <dgm:cxn modelId="{93627329-BC0D-4C0D-99A6-8517076F3D59}" type="presOf" srcId="{C8AAA394-FE62-4A5D-9733-52C9ADB9632E}" destId="{31FDE6D9-F611-44B4-8AE8-39C48FEDD1E2}" srcOrd="0" destOrd="0" presId="urn:microsoft.com/office/officeart/2005/8/layout/hierarchy1"/>
    <dgm:cxn modelId="{5AF5642F-16D0-4C6C-9AFB-30AB2F3962AE}" type="presOf" srcId="{2B91F8DB-990C-44F0-AB54-A6DAC2ECCAF9}" destId="{CDC52187-FF1D-420C-9913-65D125D0CF16}" srcOrd="0" destOrd="0" presId="urn:microsoft.com/office/officeart/2005/8/layout/hierarchy1"/>
    <dgm:cxn modelId="{8D3B0F7C-37FD-498D-8293-65771281850B}" type="presOf" srcId="{7F56A2B5-70FE-47C4-B8FE-E138BEBDFB09}" destId="{1FB8748D-01F2-4C40-BF69-1BCD84AFC021}" srcOrd="0" destOrd="0" presId="urn:microsoft.com/office/officeart/2005/8/layout/hierarchy1"/>
    <dgm:cxn modelId="{4B209B8A-8323-4DEB-90D3-C78040E030A8}" srcId="{2B91F8DB-990C-44F0-AB54-A6DAC2ECCAF9}" destId="{7F56A2B5-70FE-47C4-B8FE-E138BEBDFB09}" srcOrd="1" destOrd="0" parTransId="{934954CE-799B-4F8E-929F-1F3BD95203DE}" sibTransId="{AF9A6E6D-6EC5-471C-98CE-BCC819507995}"/>
    <dgm:cxn modelId="{757F1DA9-06B0-4B7D-BC22-1B60566052C1}" srcId="{2B91F8DB-990C-44F0-AB54-A6DAC2ECCAF9}" destId="{C8AAA394-FE62-4A5D-9733-52C9ADB9632E}" srcOrd="0" destOrd="0" parTransId="{7818578A-F1AF-4C11-8B3E-2B331428F802}" sibTransId="{C18D00B2-6AF0-49AA-8DF0-FB7FC39A4D81}"/>
    <dgm:cxn modelId="{9A1DC997-B403-4ED0-B3F9-6D1D118E0739}" type="presParOf" srcId="{CDC52187-FF1D-420C-9913-65D125D0CF16}" destId="{7174B2BA-1E6F-41E5-8058-96A42BB1AB15}" srcOrd="0" destOrd="0" presId="urn:microsoft.com/office/officeart/2005/8/layout/hierarchy1"/>
    <dgm:cxn modelId="{CBEC2EF5-ADD7-4D5B-AE9E-DF1162DD0CF8}" type="presParOf" srcId="{7174B2BA-1E6F-41E5-8058-96A42BB1AB15}" destId="{DB4F2C5E-CC17-4C2A-A837-3765DF2AAC0E}" srcOrd="0" destOrd="0" presId="urn:microsoft.com/office/officeart/2005/8/layout/hierarchy1"/>
    <dgm:cxn modelId="{6D958866-DCFC-44F2-A234-BBF0C3646936}" type="presParOf" srcId="{DB4F2C5E-CC17-4C2A-A837-3765DF2AAC0E}" destId="{88A516B4-DC79-4CCC-8D63-33756D3E0E77}" srcOrd="0" destOrd="0" presId="urn:microsoft.com/office/officeart/2005/8/layout/hierarchy1"/>
    <dgm:cxn modelId="{23336BBB-2504-483D-90DC-C212C6CD68CF}" type="presParOf" srcId="{DB4F2C5E-CC17-4C2A-A837-3765DF2AAC0E}" destId="{31FDE6D9-F611-44B4-8AE8-39C48FEDD1E2}" srcOrd="1" destOrd="0" presId="urn:microsoft.com/office/officeart/2005/8/layout/hierarchy1"/>
    <dgm:cxn modelId="{AF548788-5EAD-4AC4-A252-C86CC2813019}" type="presParOf" srcId="{7174B2BA-1E6F-41E5-8058-96A42BB1AB15}" destId="{400FCE80-2D14-4078-8B85-EB05710080D6}" srcOrd="1" destOrd="0" presId="urn:microsoft.com/office/officeart/2005/8/layout/hierarchy1"/>
    <dgm:cxn modelId="{37971123-5813-43B1-813B-3F15B58E20D7}" type="presParOf" srcId="{CDC52187-FF1D-420C-9913-65D125D0CF16}" destId="{B395D107-745F-49FF-9327-05AE709C842B}" srcOrd="1" destOrd="0" presId="urn:microsoft.com/office/officeart/2005/8/layout/hierarchy1"/>
    <dgm:cxn modelId="{9F5FFF9F-674B-4B1B-B1DF-C3B36E17E9FF}" type="presParOf" srcId="{B395D107-745F-49FF-9327-05AE709C842B}" destId="{3AEBEFDD-FBD2-4101-A2C1-524A4F0A57BE}" srcOrd="0" destOrd="0" presId="urn:microsoft.com/office/officeart/2005/8/layout/hierarchy1"/>
    <dgm:cxn modelId="{251C3FE9-F76E-40ED-93F7-9331671B18EF}" type="presParOf" srcId="{3AEBEFDD-FBD2-4101-A2C1-524A4F0A57BE}" destId="{19E37E6F-27C0-498C-B193-FEF30A1AE639}" srcOrd="0" destOrd="0" presId="urn:microsoft.com/office/officeart/2005/8/layout/hierarchy1"/>
    <dgm:cxn modelId="{648EA01F-38A9-4DFE-9094-4A6117647A1D}" type="presParOf" srcId="{3AEBEFDD-FBD2-4101-A2C1-524A4F0A57BE}" destId="{1FB8748D-01F2-4C40-BF69-1BCD84AFC021}" srcOrd="1" destOrd="0" presId="urn:microsoft.com/office/officeart/2005/8/layout/hierarchy1"/>
    <dgm:cxn modelId="{E120D45D-9CBB-4F41-BBCC-06C249BA4A2A}" type="presParOf" srcId="{B395D107-745F-49FF-9327-05AE709C842B}" destId="{C406C922-6295-4392-8AF3-6A68D40F03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516B4-DC79-4CCC-8D63-33756D3E0E77}">
      <dsp:nvSpPr>
        <dsp:cNvPr id="0" name=""/>
        <dsp:cNvSpPr/>
      </dsp:nvSpPr>
      <dsp:spPr>
        <a:xfrm>
          <a:off x="1329" y="141569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DE6D9-F611-44B4-8AE8-39C48FEDD1E2}">
      <dsp:nvSpPr>
        <dsp:cNvPr id="0" name=""/>
        <dsp:cNvSpPr/>
      </dsp:nvSpPr>
      <dsp:spPr>
        <a:xfrm>
          <a:off x="519818" y="634133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b="1" i="0" kern="1200" baseline="0"/>
            <a:t>Melisa Burgu</a:t>
          </a:r>
          <a:endParaRPr lang="en-US" sz="3100" kern="1200"/>
        </a:p>
      </dsp:txBody>
      <dsp:txXfrm>
        <a:off x="606606" y="720921"/>
        <a:ext cx="4492825" cy="2789588"/>
      </dsp:txXfrm>
    </dsp:sp>
    <dsp:sp modelId="{19E37E6F-27C0-498C-B193-FEF30A1AE639}">
      <dsp:nvSpPr>
        <dsp:cNvPr id="0" name=""/>
        <dsp:cNvSpPr/>
      </dsp:nvSpPr>
      <dsp:spPr>
        <a:xfrm>
          <a:off x="5704709" y="141569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8748D-01F2-4C40-BF69-1BCD84AFC021}">
      <dsp:nvSpPr>
        <dsp:cNvPr id="0" name=""/>
        <dsp:cNvSpPr/>
      </dsp:nvSpPr>
      <dsp:spPr>
        <a:xfrm>
          <a:off x="6223198" y="634133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b="1" i="0" kern="1200" baseline="0"/>
            <a:t>GitHub:</a:t>
          </a:r>
          <a:r>
            <a:rPr lang="tr-TR" sz="3100" b="0" i="0" kern="1200" baseline="0"/>
            <a:t> </a:t>
          </a:r>
          <a:r>
            <a:rPr lang="tr-TR" sz="3100" kern="1200"/>
            <a:t>https://github.com/GMT-458-Web-GIS/full-stack-web-gis-melisaburgu</a:t>
          </a:r>
          <a:endParaRPr lang="en-US" sz="3100" kern="1200"/>
        </a:p>
      </dsp:txBody>
      <dsp:txXfrm>
        <a:off x="6309986" y="720921"/>
        <a:ext cx="4492825" cy="2789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7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4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50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2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6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5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9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7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3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91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64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9E98F-E6FB-2FF1-828A-A69174817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81" b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D1AB474-3BEE-AA3C-A80F-2B1DC30CE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GeoMaster: Full-Stack Web GIS Application</a:t>
            </a:r>
            <a:endParaRPr lang="tr-TR" sz="6000">
              <a:solidFill>
                <a:srgbClr val="FFFFFF"/>
              </a:solidFill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07FAEEA-9034-2F98-7133-8C3FCC025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tr-TR" sz="1100">
                <a:solidFill>
                  <a:srgbClr val="FFFFFF"/>
                </a:solidFill>
              </a:rPr>
              <a:t>2200674029 </a:t>
            </a:r>
            <a:r>
              <a:rPr lang="pt-BR" sz="1100">
                <a:solidFill>
                  <a:srgbClr val="FFFFFF"/>
                </a:solidFill>
              </a:rPr>
              <a:t>Melisa </a:t>
            </a:r>
            <a:r>
              <a:rPr lang="tr-TR" sz="1100">
                <a:solidFill>
                  <a:srgbClr val="FFFFFF"/>
                </a:solidFill>
              </a:rPr>
              <a:t>BURGU</a:t>
            </a:r>
          </a:p>
          <a:p>
            <a:pPr>
              <a:lnSpc>
                <a:spcPct val="120000"/>
              </a:lnSpc>
            </a:pPr>
            <a:r>
              <a:rPr lang="pt-BR" sz="1100">
                <a:solidFill>
                  <a:srgbClr val="FFFFFF"/>
                </a:solidFill>
              </a:rPr>
              <a:t> – </a:t>
            </a:r>
            <a:endParaRPr lang="tr-TR" sz="110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pt-BR" sz="1100">
                <a:solidFill>
                  <a:srgbClr val="FFFFFF"/>
                </a:solidFill>
              </a:rPr>
              <a:t>GMT 458 Final Project</a:t>
            </a:r>
            <a:endParaRPr lang="tr-TR" sz="110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4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İçerik Yer Tutucusu 6" descr="ekran görüntüsü, metin, kalıp, desen, düzen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753758A-060F-CA15-FF16-8722C9760B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7" b="236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AD3CFB3-322E-C814-4CEF-54CF65CC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System Architecture &amp; Tech Stack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28B5D06B-0BDD-4CE9-FBD4-149F150C814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49454" y="2662356"/>
            <a:ext cx="4665546" cy="30579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Frontend: HTML5, CSS3, Leaflet.js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Backend: Node.js, Express.js (REST API)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Database: NoSQL (</a:t>
            </a:r>
            <a:r>
              <a:rPr kumimoji="0" lang="en-US" altLang="tr-TR" b="1" i="0" u="none" strike="noStrike" cap="none" normalizeH="0" baseline="0" dirty="0" err="1">
                <a:ln>
                  <a:noFill/>
                </a:ln>
                <a:effectLst/>
              </a:rPr>
              <a:t>NeDB</a:t>
            </a: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) - </a:t>
            </a:r>
            <a:r>
              <a:rPr kumimoji="0" lang="en-US" altLang="tr-TR" b="1" i="0" u="none" strike="noStrike" cap="none" normalizeH="0" baseline="0" dirty="0" err="1">
                <a:ln>
                  <a:noFill/>
                </a:ln>
                <a:effectLst/>
              </a:rPr>
              <a:t>GeoJSON</a:t>
            </a: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 Storage</a:t>
            </a:r>
          </a:p>
        </p:txBody>
      </p:sp>
    </p:spTree>
    <p:extLst>
      <p:ext uri="{BB962C8B-B14F-4D97-AF65-F5344CB8AC3E}">
        <p14:creationId xmlns:p14="http://schemas.microsoft.com/office/powerpoint/2010/main" val="797274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94A7BF-E7C1-D71E-3EA1-1B688777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Interactive Map Interface &amp; Filtering</a:t>
            </a:r>
          </a:p>
        </p:txBody>
      </p:sp>
      <p:pic>
        <p:nvPicPr>
          <p:cNvPr id="11" name="İçerik Yer Tutucusu 10" descr="metin, ekran görüntüsü, diyagram, harit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980D5A8-AFAE-23AE-D73A-EAE0B7733A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4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EF9CD812-BFA5-BFA9-BE7E-981254AE630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72777" y="4895270"/>
            <a:ext cx="6658234" cy="1673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 dirty="0">
                <a:ln>
                  <a:noFill/>
                </a:ln>
                <a:effectLst/>
              </a:rPr>
              <a:t>Dynamic Filtering (Date &amp; Attributes)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sz="16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 dirty="0" err="1">
                <a:ln>
                  <a:noFill/>
                </a:ln>
                <a:effectLst/>
              </a:rPr>
              <a:t>GeoJSON</a:t>
            </a:r>
            <a:r>
              <a:rPr kumimoji="0" lang="en-US" altLang="tr-TR" sz="1600" b="1" i="0" u="none" strike="noStrike" cap="none" normalizeH="0" baseline="0" dirty="0">
                <a:ln>
                  <a:noFill/>
                </a:ln>
                <a:effectLst/>
              </a:rPr>
              <a:t> Visualization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sz="16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 dirty="0">
                <a:ln>
                  <a:noFill/>
                </a:ln>
                <a:effectLst/>
              </a:rPr>
              <a:t>User-Friendly Side Panel</a:t>
            </a:r>
          </a:p>
        </p:txBody>
      </p:sp>
    </p:spTree>
    <p:extLst>
      <p:ext uri="{BB962C8B-B14F-4D97-AF65-F5344CB8AC3E}">
        <p14:creationId xmlns:p14="http://schemas.microsoft.com/office/powerpoint/2010/main" val="216229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C9A932D-E219-5953-9C15-48B91901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/>
              <a:t>Backend Logic &amp; CRUD Operations</a:t>
            </a:r>
          </a:p>
        </p:txBody>
      </p:sp>
      <p:pic>
        <p:nvPicPr>
          <p:cNvPr id="6" name="İçerik Yer Tutucusu 5" descr="metin, yazılım, multimedya yazılımı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EF5B3C0-7DCB-F9E9-B450-27BDC5B371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73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544315EB-0AF1-3EF1-6B80-3A7FC8D97BA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72777" y="4895270"/>
            <a:ext cx="6658234" cy="1612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>
                <a:ln>
                  <a:noFill/>
                </a:ln>
                <a:effectLst/>
              </a:rPr>
              <a:t>Create, Read, Update, Delete (CRUD)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sz="1600" b="1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>
                <a:ln>
                  <a:noFill/>
                </a:ln>
                <a:effectLst/>
              </a:rPr>
              <a:t>RESTful API Architecture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sz="1600" b="1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sz="1600" b="1" i="0" u="none" strike="noStrike" cap="none" normalizeH="0" baseline="0">
                <a:ln>
                  <a:noFill/>
                </a:ln>
                <a:effectLst/>
              </a:rPr>
              <a:t>Spatial Data Validation</a:t>
            </a:r>
            <a:endParaRPr kumimoji="0" lang="en-US" altLang="tr-TR" sz="16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Resim 8" descr="metin, elektronik donanım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1129612-1E39-8E00-5281-98339C516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926080"/>
            <a:ext cx="3733799" cy="393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5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4B6A85A-128E-8E76-955B-F29F8475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Security &amp; Authentication</a:t>
            </a:r>
          </a:p>
        </p:txBody>
      </p:sp>
      <p:pic>
        <p:nvPicPr>
          <p:cNvPr id="14" name="İçerik Yer Tutucusu 13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712F748-72B7-BB7A-E1EB-3878592F71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914400"/>
            <a:ext cx="4227864" cy="538581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A27194A7-BDF7-0585-FF58-F1414329476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793149" y="2633236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Authentication: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JWT (JSON Web Token)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Security: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b="0" i="0" u="none" strike="noStrike" cap="none" normalizeH="0" baseline="0" dirty="0" err="1">
                <a:ln>
                  <a:noFill/>
                </a:ln>
                <a:effectLst/>
              </a:rPr>
              <a:t>Bcrypt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(Password Hashing)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Protection: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Secure Routes</a:t>
            </a:r>
          </a:p>
        </p:txBody>
      </p:sp>
    </p:spTree>
    <p:extLst>
      <p:ext uri="{BB962C8B-B14F-4D97-AF65-F5344CB8AC3E}">
        <p14:creationId xmlns:p14="http://schemas.microsoft.com/office/powerpoint/2010/main" val="278870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DD547D5-BA14-53D3-9EA5-F0E6AB3B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/>
              <a:t>Performance Testing &amp; Live Deployment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412742-0983-7754-6256-0F532D45843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0079" y="2176036"/>
            <a:ext cx="4261104" cy="4121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Optimization: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Spatial Indexing (38ms ➔ 0.5ms)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Testing: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Artillery Load Testing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endParaRPr kumimoji="0" lang="en-US" altLang="tr-TR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tabLst/>
            </a:pPr>
            <a:r>
              <a:rPr kumimoji="0" lang="en-US" altLang="tr-TR" b="1" i="0" u="none" strike="noStrike" cap="none" normalizeH="0" baseline="0" dirty="0">
                <a:ln>
                  <a:noFill/>
                </a:ln>
                <a:effectLst/>
              </a:rPr>
              <a:t>Deployment: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tr-TR" b="0" i="0" u="none" strike="noStrike" cap="none" normalizeH="0" baseline="0" dirty="0" err="1">
                <a:ln>
                  <a:noFill/>
                </a:ln>
                <a:effectLst/>
              </a:rPr>
              <a:t>LocalTunnel</a:t>
            </a:r>
            <a:r>
              <a:rPr kumimoji="0" lang="en-US" altLang="tr-TR" b="0" i="0" u="none" strike="noStrike" cap="none" normalizeH="0" baseline="0" dirty="0">
                <a:ln>
                  <a:noFill/>
                </a:ln>
                <a:effectLst/>
              </a:rPr>
              <a:t> (Live Access)</a:t>
            </a:r>
          </a:p>
        </p:txBody>
      </p:sp>
      <p:pic>
        <p:nvPicPr>
          <p:cNvPr id="7" name="İçerik Yer Tutucusu 6" descr="metin, çizgi, diyagram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037DC6F-CB0C-097E-637D-2106052F81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4" r="16725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43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8A5B033-7DA3-FA52-2037-FD7C270E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Thank You!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06AA6515-00D3-EE42-BE41-FD97D439BD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83322949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3479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153</Words>
  <Application>Microsoft Office PowerPoint</Application>
  <PresentationFormat>Geniş ekran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Grandview Display</vt:lpstr>
      <vt:lpstr>Neue Haas Grotesk Text Pro</vt:lpstr>
      <vt:lpstr>DashVTI</vt:lpstr>
      <vt:lpstr>GeoMaster: Full-Stack Web GIS Application</vt:lpstr>
      <vt:lpstr>System Architecture &amp; Tech Stack</vt:lpstr>
      <vt:lpstr>Interactive Map Interface &amp; Filtering</vt:lpstr>
      <vt:lpstr>Backend Logic &amp; CRUD Operations</vt:lpstr>
      <vt:lpstr>Security &amp; Authentication</vt:lpstr>
      <vt:lpstr>Performance Testing &amp; Live Deployment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MELISA BURGU</dc:creator>
  <cp:lastModifiedBy>MELISA BURGU</cp:lastModifiedBy>
  <cp:revision>1</cp:revision>
  <dcterms:created xsi:type="dcterms:W3CDTF">2026-01-15T20:28:07Z</dcterms:created>
  <dcterms:modified xsi:type="dcterms:W3CDTF">2026-01-15T20:55:47Z</dcterms:modified>
</cp:coreProperties>
</file>